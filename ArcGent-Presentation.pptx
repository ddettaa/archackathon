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828800" cy="27432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ARCGENT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A43A"/>
                </a:solidFill>
                <a:latin typeface="Helvetica-Oblique" pitchFamily="34" charset="0"/>
                <a:ea typeface="Helvetica-Oblique" pitchFamily="34" charset="-122"/>
                <a:cs typeface="Helvetica-Oblique" pitchFamily="34" charset="-120"/>
              </a:rPr>
              <a:t>If This, Then Pay.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Autonomous signal-to-payment agents.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Arc Network + Circle Agent Stack.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Arc Agentic Economy Hackathon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Agents can think.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B31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 can monitor.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But agents can't pay.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10698480" cy="9144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wallet access — AI agents detect events but can't settle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 bottleneck — every payment needs manual approval.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trust layer — no reputation, no risk management, no audit trail.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 in.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USDC out.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Autonomous agents listen to real-world signals, evaluate with AI,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and pay with USDC on Arc Network. No humans in the loop.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0698480" cy="9144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GitHub · API · Webhook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233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 EVALUATE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LLM reasoning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Auto / Review / Reject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5257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9760" y="5257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USDC on Arc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How it works.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12161520" cy="1005840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GitHub Merges   API Calls   Flight Delays   Weather   Oracle Events   Strava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12161520" cy="1645920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ARCGENT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Bun + Hono  ·  TypeScript  ·  43 REST Endpoints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Monitor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Evaluator (LLM)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Circle Wallet (sendUSDC)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4526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CDA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383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Manager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5349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C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5760720"/>
            <a:ext cx="12161520" cy="914400"/>
          </a:xfrm>
          <a:prstGeom prst="rect">
            <a:avLst/>
          </a:prstGeom>
          <a:solidFill>
            <a:srgbClr val="2F578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 NETWORK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USDC Transfers  ·  ArcScan  ·  Sub-second Finality  ·  Chain ID: 5042002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What ArcGent delivers.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315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AI-Powered Auto-Pay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633472"/>
            <a:ext cx="1371600" cy="18288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LLM evaluates every signal. 80%+ auto, 60-80% review, &lt;60% reject.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Live Signal Simulator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4005072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One click: signal fires, AI evaluates, USDC pays onchain in 5s.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Multi-Tenant Agents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5376672"/>
            <a:ext cx="1371600" cy="18288"/>
          </a:xfrm>
          <a:prstGeom prst="rect">
            <a:avLst/>
          </a:prstGeom>
          <a:solidFill>
            <a:srgbClr val="5ACDA7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Every user gets own agent. Per-user rules, payments, balances.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Nanopayments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2633472"/>
            <a:ext cx="1371600" cy="18288"/>
          </a:xfrm>
          <a:prstGeom prst="rect">
            <a:avLst/>
          </a:prstGeom>
          <a:solidFill>
            <a:srgbClr val="F2A43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Sub-cent USDC transfers. Gas sponsorship. Agent-to-agent micro.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72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Reputation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40880" y="4005072"/>
            <a:ext cx="1371600" cy="18288"/>
          </a:xfrm>
          <a:prstGeom prst="rect">
            <a:avLst/>
          </a:prstGeom>
          <a:solidFill>
            <a:srgbClr val="9F72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5-star reviews from real TX. Trust score 0-100. Verified ratings.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578C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3-Role Auth + Risk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40880" y="5376672"/>
            <a:ext cx="1371600" cy="18288"/>
          </a:xfrm>
          <a:prstGeom prst="rect">
            <a:avLst/>
          </a:prstGeom>
          <a:solidFill>
            <a:srgbClr val="2F578C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Viewer / Operator / Admin. Kill switch. Daily caps, per-tx limits.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See it live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in 5 seconds.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Click 'See It Live'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Landing page button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" y="338328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15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Signal fires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Webhook: github/pr_merged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" y="402336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 evaluates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80% confidence — auto-approve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" y="466344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USDC paid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138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0.01 USDC on Arc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" y="5303520"/>
            <a:ext cx="18288" cy="18288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72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Verified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779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TX hash on ArcScan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743200"/>
            <a:ext cx="9144" cy="3474720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LIVE TX PROOF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Signal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webhook/pr_merged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AI Confidence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80% — AUTO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Amount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0.01 USDC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Recipient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0x350e...B16a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5029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Block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52743700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5577840"/>
            <a:ext cx="5029200" cy="9144"/>
          </a:xfrm>
          <a:prstGeom prst="rect">
            <a:avLst/>
          </a:prstGeom>
          <a:solidFill>
            <a:srgbClr val="1B3158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CD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0x11326129e6119b62dd...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Confirmed — view on ArcScan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Built on Arc + Circle.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9144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Chain ID 5042002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Wallet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Circle Agent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@circle-fin/app-kit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Agent Runtime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Bun + Hono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TypeScript, 43 endpoints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 / LLM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9Router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OpenAI-compatible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Next.js 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shadcn/ui, wagmi, viem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Drizzle ORM + SQLite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9 tables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39496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Auth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0" y="5486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API Keys + Wallet Sig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3 roles, 24h sessions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5897880"/>
            <a:ext cx="10698480" cy="4572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Payments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USDC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46720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Standard + Nanopayments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0B1A3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ArcGent in production.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7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097280" cy="27432"/>
          </a:xfrm>
          <a:prstGeom prst="rect">
            <a:avLst/>
          </a:prstGeom>
          <a:solidFill>
            <a:srgbClr val="ACC6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WEB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All 200 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43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4389120" y="3520440"/>
            <a:ext cx="1097280" cy="27432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REST + WebSocket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9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8046720" y="3520440"/>
            <a:ext cx="1097280" cy="27432"/>
          </a:xfrm>
          <a:prstGeom prst="rect">
            <a:avLst/>
          </a:prstGeom>
          <a:solidFill>
            <a:srgbClr val="5ACDA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DB 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Drizzle 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731520" y="5532120"/>
            <a:ext cx="1097280" cy="27432"/>
          </a:xfrm>
          <a:prstGeom prst="rect">
            <a:avLst/>
          </a:prstGeom>
          <a:solidFill>
            <a:srgbClr val="F2A4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REAL TX PROOFS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Arc Testnet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9F72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100%</a:t>
            </a:r>
            <a:endParaRPr lang="en-US" sz="6400" dirty="0"/>
          </a:p>
        </p:txBody>
      </p:sp>
      <p:sp>
        <p:nvSpPr>
          <p:cNvPr id="22" name="Shape 20"/>
          <p:cNvSpPr/>
          <p:nvPr/>
        </p:nvSpPr>
        <p:spPr>
          <a:xfrm>
            <a:off x="4389120" y="5532120"/>
            <a:ext cx="1097280" cy="27432"/>
          </a:xfrm>
          <a:prstGeom prst="rect">
            <a:avLst/>
          </a:prstGeom>
          <a:solidFill>
            <a:srgbClr val="9F72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MULTI-TENANT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Per-user isolation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ACC6E9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&lt;5s</a:t>
            </a:r>
            <a:endParaRPr lang="en-US" sz="6400" dirty="0"/>
          </a:p>
        </p:txBody>
      </p:sp>
      <p:sp>
        <p:nvSpPr>
          <p:cNvPr id="26" name="Shape 24"/>
          <p:cNvSpPr/>
          <p:nvPr/>
        </p:nvSpPr>
        <p:spPr>
          <a:xfrm>
            <a:off x="8046720" y="5532120"/>
            <a:ext cx="1097280" cy="27432"/>
          </a:xfrm>
          <a:prstGeom prst="rect">
            <a:avLst/>
          </a:prstGeom>
          <a:solidFill>
            <a:srgbClr val="ACC6E9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5943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Signal to payment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C9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What can ArcGent pay for?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GITHUB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Bug Bounty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443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PR with 'fix:' label merged. AI evaluates severity: critical = 600 USDC, typo = 5 USDC.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FLIGHT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Refund AI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29443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Flight delayed &gt; 2 hours? API ping triggers instant USDC refund to traveler.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CONTENT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Tip Stream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43159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Content hits quality threshold? AI evaluates originality. Auto-tips writer.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STRAVA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Accountability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43159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Missed gym all week? Strava data triggers penalty payment to partner.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ORACLE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Bounty Payouts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56875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Smart contract audit completed? Oracle confirms. USDC released to auditor.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4B31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A2A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A33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Agent-to-Agent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400800" y="5687568"/>
            <a:ext cx="1371600" cy="18288"/>
          </a:xfrm>
          <a:prstGeom prst="rect">
            <a:avLst/>
          </a:prstGeom>
          <a:solidFill>
            <a:srgbClr val="FF4B3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Agent hires another agent for translation. Nanopayment per token.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ACC6E9"/>
                </a:solidFill>
                <a:latin typeface="Helvetica-Light" pitchFamily="34" charset="0"/>
                <a:ea typeface="Helvetica-Light" pitchFamily="34" charset="-122"/>
                <a:cs typeface="Helvetica-Light" pitchFamily="34" charset="-120"/>
              </a:rPr>
              <a:t>Every signal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has a price.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27432"/>
          </a:xfrm>
          <a:prstGeom prst="rect">
            <a:avLst/>
          </a:prstGeom>
          <a:solidFill>
            <a:srgbClr val="F2A4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A4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Every payment is autonomous.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ACDA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Every transaction is onchain.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5760720"/>
            <a:ext cx="3657600" cy="18288"/>
          </a:xfrm>
          <a:prstGeom prst="rect">
            <a:avLst/>
          </a:prstGeom>
          <a:solidFill>
            <a:srgbClr val="ACC6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CC6E9"/>
                </a:solidFill>
                <a:latin typeface="Helvetica-Oblique" pitchFamily="34" charset="0"/>
                <a:ea typeface="Helvetica-Oblique" pitchFamily="34" charset="-122"/>
                <a:cs typeface="Helvetica-Oblique" pitchFamily="34" charset="-120"/>
              </a:rPr>
              <a:t>ArcGent — If This, Then Pay.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github.com/ddettaa/ArcGent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ArcGent — If This, Then Pay</dc:title>
  <dc:subject>PptxGenJS Presentation</dc:subject>
  <dc:creator>Adit</dc:creator>
  <cp:lastModifiedBy>Adit</cp:lastModifiedBy>
  <cp:revision>1</cp:revision>
  <dcterms:created xsi:type="dcterms:W3CDTF">2026-07-21T23:56:29Z</dcterms:created>
  <dcterms:modified xsi:type="dcterms:W3CDTF">2026-07-21T23:56:29Z</dcterms:modified>
</cp:coreProperties>
</file>